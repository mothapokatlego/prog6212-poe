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Contract Monthly Claim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Katlego Mothapo</a:t>
            </a:r>
          </a:p>
          <a:p>
            <a:r>
              <a:rPr lang="en-US" dirty="0" smtClean="0"/>
              <a:t>ST10442760</a:t>
            </a:r>
          </a:p>
          <a:p>
            <a:r>
              <a:rPr lang="en-ZA" dirty="0" smtClean="0"/>
              <a:t>PROG6212 Poe Part </a:t>
            </a:r>
            <a:r>
              <a:rPr lang="en-ZA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03301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smtClean="0"/>
              <a:t>Project Overview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Brief recap of the system's purpose.</a:t>
            </a:r>
          </a:p>
          <a:p>
            <a:r>
              <a:rPr lang="en-US" dirty="0"/>
              <a:t>Problem it solves: Manual, error-prone claim processing.</a:t>
            </a:r>
          </a:p>
          <a:p>
            <a:r>
              <a:rPr lang="en-US" dirty="0"/>
              <a:t>Key Stakeholders: Lecturers, Coordinators, Managers, HR.</a:t>
            </a:r>
          </a:p>
        </p:txBody>
      </p:sp>
    </p:spTree>
    <p:extLst>
      <p:ext uri="{BB962C8B-B14F-4D97-AF65-F5344CB8AC3E}">
        <p14:creationId xmlns:p14="http://schemas.microsoft.com/office/powerpoint/2010/main" val="2586431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/>
              <a:t>System Architecture &amp; Technology Stack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dirty="0"/>
              <a:t>Diagram: Simple 3-tier architecture (Presentation -&gt; Application -&gt; Data).</a:t>
            </a:r>
          </a:p>
          <a:p>
            <a:pPr marL="0" indent="0">
              <a:buNone/>
            </a:pPr>
            <a:r>
              <a:rPr lang="en-ZA" dirty="0" smtClean="0"/>
              <a:t>Technologies </a:t>
            </a:r>
            <a:r>
              <a:rPr lang="en-ZA" dirty="0"/>
              <a:t>Used:</a:t>
            </a:r>
          </a:p>
          <a:p>
            <a:pPr marL="457200" lvl="1" indent="0">
              <a:buNone/>
            </a:pPr>
            <a:r>
              <a:rPr lang="en-ZA" dirty="0" smtClean="0"/>
              <a:t>Back-end</a:t>
            </a:r>
            <a:r>
              <a:rPr lang="en-ZA" dirty="0"/>
              <a:t>: C#, </a:t>
            </a:r>
            <a:r>
              <a:rPr lang="en-ZA" dirty="0">
                <a:hlinkClick r:id="rId2"/>
              </a:rPr>
              <a:t>ASP.NET</a:t>
            </a:r>
            <a:r>
              <a:rPr lang="en-ZA" dirty="0"/>
              <a:t> Core MVC</a:t>
            </a:r>
          </a:p>
          <a:p>
            <a:pPr marL="457200" lvl="1" indent="0">
              <a:buNone/>
            </a:pPr>
            <a:r>
              <a:rPr lang="en-ZA" dirty="0"/>
              <a:t>Front-end: HTML, CSS, JavaScript, jQuery</a:t>
            </a:r>
          </a:p>
          <a:p>
            <a:pPr marL="457200" lvl="1" indent="0">
              <a:buNone/>
            </a:pPr>
            <a:r>
              <a:rPr lang="en-ZA" dirty="0"/>
              <a:t>Data: Entity Framework Core, SQL Server</a:t>
            </a:r>
          </a:p>
          <a:p>
            <a:pPr marL="457200" lvl="1" indent="0">
              <a:buNone/>
            </a:pPr>
            <a:r>
              <a:rPr lang="en-ZA" dirty="0"/>
              <a:t>Security: </a:t>
            </a:r>
            <a:r>
              <a:rPr lang="en-ZA" dirty="0">
                <a:hlinkClick r:id="rId2"/>
              </a:rPr>
              <a:t>ASP.NET</a:t>
            </a:r>
            <a:r>
              <a:rPr lang="en-ZA" dirty="0"/>
              <a:t> Identity</a:t>
            </a:r>
          </a:p>
        </p:txBody>
      </p:sp>
    </p:spTree>
    <p:extLst>
      <p:ext uri="{BB962C8B-B14F-4D97-AF65-F5344CB8AC3E}">
        <p14:creationId xmlns:p14="http://schemas.microsoft.com/office/powerpoint/2010/main" val="3390876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/>
              <a:t>Enhanced Lecturer Experience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1308304"/>
          </a:xfrm>
        </p:spPr>
        <p:txBody>
          <a:bodyPr/>
          <a:lstStyle/>
          <a:p>
            <a:r>
              <a:rPr lang="en-ZA" b="1" dirty="0"/>
              <a:t>Feature 1: </a:t>
            </a:r>
            <a:r>
              <a:rPr lang="en-ZA" b="1" dirty="0" smtClean="0"/>
              <a:t>Auto-Calculation</a:t>
            </a:r>
          </a:p>
          <a:p>
            <a:pPr marL="0" indent="0">
              <a:buNone/>
            </a:pPr>
            <a:endParaRPr lang="en-US" b="1" dirty="0"/>
          </a:p>
          <a:p>
            <a:endParaRPr lang="en-Z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718" y="2351705"/>
            <a:ext cx="5684101" cy="399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495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942544"/>
          </a:xfrm>
        </p:spPr>
        <p:txBody>
          <a:bodyPr/>
          <a:lstStyle/>
          <a:p>
            <a:r>
              <a:rPr lang="en-ZA" b="1" dirty="0"/>
              <a:t>Feature 2: Input </a:t>
            </a:r>
            <a:r>
              <a:rPr lang="en-ZA" b="1" dirty="0" smtClean="0"/>
              <a:t>Validation</a:t>
            </a:r>
          </a:p>
          <a:p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808" y="2523388"/>
            <a:ext cx="7373379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299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Streamlined Approval Workflow (Automation Demo)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553924"/>
          </a:xfrm>
        </p:spPr>
        <p:txBody>
          <a:bodyPr/>
          <a:lstStyle/>
          <a:p>
            <a:r>
              <a:rPr lang="en-ZA" b="1" dirty="0"/>
              <a:t>Feature 1: Centralized </a:t>
            </a:r>
            <a:r>
              <a:rPr lang="en-ZA" b="1" dirty="0" smtClean="0"/>
              <a:t>Dashboard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629" y="2606040"/>
            <a:ext cx="5882211" cy="402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282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531064"/>
          </a:xfrm>
        </p:spPr>
        <p:txBody>
          <a:bodyPr/>
          <a:lstStyle/>
          <a:p>
            <a:r>
              <a:rPr lang="en-ZA" b="1" dirty="0"/>
              <a:t>One-Click </a:t>
            </a:r>
            <a:r>
              <a:rPr lang="en-ZA" b="1" dirty="0" smtClean="0"/>
              <a:t>Approval/Rejection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744" y="2583180"/>
            <a:ext cx="4834458" cy="384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93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Feature 3: Automated Policy Checks</a:t>
            </a:r>
          </a:p>
          <a:p>
            <a:pPr marL="0" indent="0">
              <a:buNone/>
            </a:pPr>
            <a:r>
              <a:rPr lang="en-US" dirty="0"/>
              <a:t>The system automatically flags claims that exceed 160 hours through these mechanisms:</a:t>
            </a:r>
          </a:p>
          <a:p>
            <a:pPr marL="0" indent="0">
              <a:buNone/>
            </a:pPr>
            <a:r>
              <a:rPr lang="en-US" dirty="0"/>
              <a:t>Real-time Verification: When a claim is submitted, </a:t>
            </a:r>
            <a:r>
              <a:rPr lang="en-US" dirty="0" smtClean="0"/>
              <a:t>the code</a:t>
            </a:r>
            <a:r>
              <a:rPr lang="en-US" dirty="0"/>
              <a:t> immediately checks if hours exceed 160</a:t>
            </a:r>
          </a:p>
          <a:p>
            <a:pPr marL="0" indent="0">
              <a:buNone/>
            </a:pPr>
            <a:r>
              <a:rPr lang="en-US" dirty="0"/>
              <a:t>Visual Indicators:</a:t>
            </a:r>
          </a:p>
          <a:p>
            <a:pPr marL="457200" lvl="1" indent="0">
              <a:buNone/>
            </a:pPr>
            <a:r>
              <a:rPr lang="en-US" dirty="0"/>
              <a:t>Red exclamation triangle icon next to hours over 160</a:t>
            </a:r>
          </a:p>
          <a:p>
            <a:pPr marL="457200" lvl="1" indent="0">
              <a:buNone/>
            </a:pPr>
            <a:r>
              <a:rPr lang="en-US" dirty="0"/>
              <a:t>Yellow highlighted table rows for flagged claims</a:t>
            </a:r>
          </a:p>
          <a:p>
            <a:pPr marL="457200" lvl="1" indent="0">
              <a:buNone/>
            </a:pPr>
            <a:r>
              <a:rPr lang="en-US" dirty="0"/>
              <a:t>Warning badges and messages</a:t>
            </a:r>
          </a:p>
          <a:p>
            <a:pPr marL="0" indent="0">
              <a:buNone/>
            </a:pPr>
            <a:r>
              <a:rPr lang="en-US" dirty="0"/>
              <a:t>Automatic Flagging: Claims with &gt;160 hours are </a:t>
            </a:r>
            <a:r>
              <a:rPr lang="en-US" dirty="0" smtClean="0"/>
              <a:t>marked.</a:t>
            </a:r>
          </a:p>
          <a:p>
            <a:pPr marL="0" indent="0">
              <a:buNone/>
            </a:pPr>
            <a:r>
              <a:rPr lang="en-US" dirty="0" smtClean="0"/>
              <a:t>Coordinator </a:t>
            </a:r>
            <a:r>
              <a:rPr lang="en-US" dirty="0"/>
              <a:t>Alerts: Coordinators see immediate warnings in the review interface</a:t>
            </a:r>
          </a:p>
          <a:p>
            <a:pPr marL="0" indent="0">
              <a:buNone/>
            </a:pPr>
            <a:r>
              <a:rPr lang="en-US" dirty="0"/>
              <a:t>Policy Enforcement: Prevents processing of claims that violate business </a:t>
            </a:r>
            <a:r>
              <a:rPr lang="en-US" dirty="0" smtClean="0"/>
              <a:t>rules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03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HR Efficiency </a:t>
            </a:r>
            <a:r>
              <a:rPr lang="en-US" b="1" dirty="0" smtClean="0"/>
              <a:t>Tools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462484"/>
          </a:xfrm>
        </p:spPr>
        <p:txBody>
          <a:bodyPr/>
          <a:lstStyle/>
          <a:p>
            <a:pPr marL="0" indent="0">
              <a:buNone/>
            </a:pPr>
            <a:r>
              <a:rPr lang="en-ZA" b="1" dirty="0" smtClean="0"/>
              <a:t>On-Demand Reporting</a:t>
            </a:r>
            <a:endParaRPr lang="en-ZA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355" y="2514600"/>
            <a:ext cx="4657265" cy="39596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364" y="2912565"/>
            <a:ext cx="4529125" cy="310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555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/>
              <a:t>Benefits &amp; Value Proposition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Lecturers: Faster submission, immediate feedback, transparency.</a:t>
            </a:r>
          </a:p>
          <a:p>
            <a:pPr marL="0" indent="0">
              <a:buNone/>
            </a:pPr>
            <a:r>
              <a:rPr lang="en-US" dirty="0"/>
              <a:t>For Coordinators/Managers: Efficient review, reduced errors, audit trail.</a:t>
            </a:r>
          </a:p>
          <a:p>
            <a:pPr marL="0" indent="0">
              <a:buNone/>
            </a:pPr>
            <a:r>
              <a:rPr lang="en-US" dirty="0"/>
              <a:t>For HR: Automated reporting, streamlined payment processing, centralized data.</a:t>
            </a:r>
          </a:p>
          <a:p>
            <a:pPr marL="0" indent="0">
              <a:buNone/>
            </a:pPr>
            <a:r>
              <a:rPr lang="en-US" dirty="0"/>
              <a:t>Overall: Increased efficiency, cost savings, and improved accuracy.</a:t>
            </a:r>
          </a:p>
        </p:txBody>
      </p:sp>
    </p:spTree>
    <p:extLst>
      <p:ext uri="{BB962C8B-B14F-4D97-AF65-F5344CB8AC3E}">
        <p14:creationId xmlns:p14="http://schemas.microsoft.com/office/powerpoint/2010/main" val="3279507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smtClean="0"/>
              <a:t>Future </a:t>
            </a:r>
            <a:r>
              <a:rPr lang="en-ZA" b="1" dirty="0"/>
              <a:t>Enhancements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Future Ideas: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Email notifications for status changes.</a:t>
            </a:r>
          </a:p>
          <a:p>
            <a:pPr marL="457200" lvl="1" indent="0">
              <a:buNone/>
            </a:pPr>
            <a:r>
              <a:rPr lang="en-US" dirty="0"/>
              <a:t>Digital signatures.</a:t>
            </a:r>
          </a:p>
          <a:p>
            <a:pPr marL="457200" lvl="1" indent="0">
              <a:buNone/>
            </a:pPr>
            <a:r>
              <a:rPr lang="en-US" dirty="0"/>
              <a:t>Integration with financial software.</a:t>
            </a:r>
          </a:p>
          <a:p>
            <a:pPr marL="457200" lvl="1" indent="0">
              <a:buNone/>
            </a:pPr>
            <a:r>
              <a:rPr lang="en-US" dirty="0"/>
              <a:t>More advanced analytics dashboards.</a:t>
            </a:r>
          </a:p>
        </p:txBody>
      </p:sp>
    </p:spTree>
    <p:extLst>
      <p:ext uri="{BB962C8B-B14F-4D97-AF65-F5344CB8AC3E}">
        <p14:creationId xmlns:p14="http://schemas.microsoft.com/office/powerpoint/2010/main" val="23733379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3249</TotalTime>
  <Words>123</Words>
  <Application>Microsoft Office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MS Shell Dlg 2</vt:lpstr>
      <vt:lpstr>Wingdings</vt:lpstr>
      <vt:lpstr>Wingdings 3</vt:lpstr>
      <vt:lpstr>Madison</vt:lpstr>
      <vt:lpstr>Contract Monthly Claim System</vt:lpstr>
      <vt:lpstr>Project Overview</vt:lpstr>
      <vt:lpstr>System Architecture &amp; Technology Stack</vt:lpstr>
      <vt:lpstr>Enhanced Lecturer Experience</vt:lpstr>
      <vt:lpstr>PowerPoint Presentation</vt:lpstr>
      <vt:lpstr>Streamlined Approval Workflow (Automation Demo)</vt:lpstr>
      <vt:lpstr>PowerPoint Presentation</vt:lpstr>
      <vt:lpstr>PowerPoint Presentation</vt:lpstr>
      <vt:lpstr>HR Efficiency Tools</vt:lpstr>
      <vt:lpstr>Benefits &amp; Value Proposition</vt:lpstr>
      <vt:lpstr>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 Monthly Claim System</dc:title>
  <dc:creator>Katlego Mothapo</dc:creator>
  <cp:lastModifiedBy>Katlego Mothapo</cp:lastModifiedBy>
  <cp:revision>6</cp:revision>
  <dcterms:created xsi:type="dcterms:W3CDTF">2025-11-19T12:31:54Z</dcterms:created>
  <dcterms:modified xsi:type="dcterms:W3CDTF">2025-11-21T18:42:57Z</dcterms:modified>
</cp:coreProperties>
</file>